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60B06-413A-A74E-B186-9B58F9FE3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EED930-E1CD-D012-DD55-07D10F99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74BA62-CAAD-6974-E5BD-68912C04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4C663-0FA4-3DDF-F006-58A20972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BACE9-F6B3-1CB9-7CAC-A90B2583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20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1F28A-5A97-A877-6E04-31F24A7E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4AB5B4-FA26-487E-1906-AAC57C55D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8F5D29-988F-089E-7A82-9B644C3F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A41BE8-820E-BC96-C1E7-B661DC4A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390FB-90E4-105E-633D-B3C4C428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7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E8EA4-923A-7CAE-0947-F48279F35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824D3-1813-7A91-5074-E7FDC97AF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CDAC6-ADA5-9B42-25DC-99A731F8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A0CE5-8F1D-EB65-ACC5-09560411E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8F0C3-9FCF-23B5-5F62-1B7DA5D4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80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4B6CD-540B-E2CA-015D-0BB510DA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7611A6-CB44-A5AD-5BD8-3B4200762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BC100A-A176-7C4C-ABE5-497AAE01E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D105AD-F9BA-60F3-72A5-75D9D77F5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8F4E07-729A-FF6B-F598-B61E9DA9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022C6B-7304-0BB7-24CD-4D3BA671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98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EF304-AB62-714B-6303-4640E0EA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F3E45-2B19-6185-6F0E-54D92BDA9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931E92-79AA-E107-3E21-7683CD0B3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1FAC72-FA06-3EF3-F916-DFF50949A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837C09-74C6-4B89-BAFD-861630FDA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6804B4-1B75-675F-5543-4591CE9E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F49582-02D3-9FE6-1F70-31E97FE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54E68E-83D2-027D-FFDB-38D37A26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78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B2C22-2128-FC3A-5592-D7029AF6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7DB008-C211-5B31-9B3E-AC1355AD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C11353-3A9E-6FD4-68AE-DF31EBD1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ECF55D-F372-3EF4-AA0A-D433A4FE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40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5EA494-EC7A-976E-5EED-5B29AD51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86D02B-2F5D-46B1-5AA8-038FFF156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5DF418-4111-CEE1-8CBE-03CB615E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85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8159C-D1E2-B49A-3CD7-C72216FA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38037-EC7A-C041-D380-5D4DB364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7554B-3895-0A78-1A22-952987EE5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20ADBE-1A90-5045-1D51-B6D13573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244E8B-E722-C0A4-15B3-64F82917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BD6C73-C2FE-7ADE-B83B-0EA55BAD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03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AE39B-557D-1AC1-E95F-81B4E57E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25C007-7378-E257-EB0C-09513C204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5C2277-94CC-99BF-C126-58F6ADB18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2B21A3-7268-2AE5-6B79-2F40D368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90A0F2-A737-7983-33BA-4B332948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E19540-C729-FEF4-9E07-C8B3A8A2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8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BC089-3662-C95E-C821-E74D693B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CE7DA4-BA59-FC23-93F7-55C901171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43CA5-1AC8-0E13-F0AE-A02EC97A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D9A6ED-9583-77C6-17D6-D2B217CC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BE3DE9-0AAF-712E-427D-65D06EF4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40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4D4613-6B9B-7690-DA32-D17425AF3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E062F4-00AA-DFE5-D291-4F2528BD3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309491-5680-0BD4-E205-9A3488D4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75C520-E71F-D606-8B95-901EB89E9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847145-5943-8E13-3B0F-864BCAEC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63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17332F-769E-535D-6AFF-66484ACE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550BCB-E3A9-764C-C92F-701C925F1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BC3401-7F65-871F-8A56-D587A0A30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7204F-20B7-4EC2-922E-EF3BA65BE0B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3AEB6-BE8E-D776-E5C7-DA09FD213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D40C2-151E-31C0-2100-21E1704C5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CCA0C-6BCC-4CAA-A506-2D688B216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03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01310B-D7ED-1A29-6CD0-685B18AFF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9" y="117329"/>
            <a:ext cx="6294188" cy="30171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55AD9D-76BD-745E-5B2B-6D4BA6E71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35"/>
          <a:stretch>
            <a:fillRect/>
          </a:stretch>
        </p:blipFill>
        <p:spPr>
          <a:xfrm>
            <a:off x="6272459" y="236477"/>
            <a:ext cx="5694016" cy="27788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758810-5EF9-FD26-4D0A-B379D3851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38" y="3306644"/>
            <a:ext cx="5564257" cy="29928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2AB4792-EF51-5C04-A6A7-1BF02E7D6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178" y="3357434"/>
            <a:ext cx="6096000" cy="289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4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8D5B19B-26EB-115E-4F84-67C9D600F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23" y="135156"/>
            <a:ext cx="5707578" cy="32938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7C16E8-25A1-F2B0-1007-A0CD92FB5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877" y="0"/>
            <a:ext cx="6245800" cy="34691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C193B7-01D6-82BC-60D7-780A16B71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4" y="3710552"/>
            <a:ext cx="6351596" cy="24099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87E140E-373E-B7AE-6B06-1CD09C5D1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074" y="3710552"/>
            <a:ext cx="5856807" cy="249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57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A050-D12D-44C8-3ACC-DE562D16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B33318-E7DB-9BC9-9F70-A99093B2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94" y="123665"/>
            <a:ext cx="6392668" cy="25905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1E8008-9997-7005-6035-994CE6AA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48" y="2892818"/>
            <a:ext cx="7058239" cy="33314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B8497A-D4DA-E7CA-4D60-2F845459B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721" y="2192946"/>
            <a:ext cx="1539543" cy="23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2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C3B14-3029-670F-AAE1-8EE27FEB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B427E1B-94DC-A4B0-3330-9F5E72BE9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508" y="0"/>
            <a:ext cx="76929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8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3370-3155-5991-B284-32ECA788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6D3B5F-BA3A-62A1-82B5-1BF378971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79793" cy="65340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A46F02-5A4A-D205-7316-535A9A10B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960" y="455150"/>
            <a:ext cx="5259040" cy="226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3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柯宏 陈</dc:creator>
  <cp:lastModifiedBy>柯宏 陈</cp:lastModifiedBy>
  <cp:revision>2</cp:revision>
  <dcterms:created xsi:type="dcterms:W3CDTF">2026-09-23T16:03:51Z</dcterms:created>
  <dcterms:modified xsi:type="dcterms:W3CDTF">2026-09-23T16:22:15Z</dcterms:modified>
</cp:coreProperties>
</file>