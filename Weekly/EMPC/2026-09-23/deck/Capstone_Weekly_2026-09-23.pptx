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497312" y="57607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1904" y="74066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9903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93424" y="156362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Correcting AEMO's Own Price Forecast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Data-chain audit, predictor baseline, and a first error model for the 5-minute P5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EMPC Water Pumping  ·  Capstone Project  ·  weekly update 2026-09-23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AEMO NEMWEB archive + monthly dashboard files  ·  MATLAB predictor suite  ·  Python data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The predictor is one link: this week we added a second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Pipeline overview · the new branch is the AEMO error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8521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MPC layer (teammate)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decides tank levels over a receding horizon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Decision layer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picks the pump combination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Predictor (this work)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supplies the 5-minute price track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New this week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correct AEMO's own forecast instead of forecasting from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5074920" cy="21945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Why the change of plan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AEMO sees unit outages, network limits and interconnector flows that we never will. Beating them head-on with price history alone is the wrong fight — so we forecast their residual instead.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886200"/>
            <a:ext cx="11155680" cy="685800"/>
          </a:xfrm>
          <a:prstGeom prst="rect">
            <a:avLst/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This week in one line:  the price disagreement we were asked to explain does not exist — what exists is a broken capture store and a hidden one-hour timebase shift, both now fixed.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497312" y="57607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1904" y="74066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9903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93424" y="156362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Part I — Data chain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620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Four producers, three timebases, one broken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AEMO_Data holds four unrelated datasets, not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Inventory by producer · AEMO_Data · 2026-09-23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3108960"/>
                <a:gridCol w="2926080"/>
                <a:gridCol w="2377440"/>
                <a:gridCol w="21945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File pattern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Producer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Granularity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Span held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PRICE_AND_DEMAND_YYYYMM_VIC1.csv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Dashboard → Historical aggregated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 min, trade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2026-01-01 → 2026-08-09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NEMPRICEANDDEMAND_&lt;REGION&gt;_&lt;stamp&gt;.csv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Dashboard → Price &amp; demand → Dispatch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 min actual + 30 min forecast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~30–48 h rolling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zip_cache/ + dispatch_actual / p5min / predispatch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Online_Data_Capture_Script (NEMWEB current)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 min / 30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 days / 5 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PUBLIC_*.CSV at the root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one-off manual download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raw reports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single point, 2026-09-04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11155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Only class A feeds the predictor today — it is the training and test series for every experiment below.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Class B is the only place where today's actual and today's official forecast sit on one axis; it is the embryo of the error matrix, but it is a manual download.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Class C is the intended online feed. Its timestamp columns were all empty (see next-but-two).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Class D is archaeology — one report kept from a manual download.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Same market, three conventions — the mismatches are all 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Field-by-field comparison of the three price sources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108960"/>
                <a:gridCol w="320040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 · monthly dashboard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 · dashboard dispatch export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 / D · NEMWEB raw reports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Price column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RRP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Spot Price ($/MWh)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DISPATCH/PRICE → RRP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 decimal places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5–7 significant digits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full precision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2026/03/01 00:05:00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09/09/2026 12:50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"2026/09/04 03:55:00"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Interval meaning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interval-ending, 5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interval-ending, 5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interval-ending, 5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Timebase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NEM time (AEST)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NEM time (AEST)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NEM time (AEST)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Demand column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TOTALDEMAND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Scheduled Demand (MW)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REGIONSUM → TOTALDEMAND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$/MWh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$/MWh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$/MWh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Every source is 5-minute and interval-ending, so slot 1 = 00:05 and slot 288 = 24:00 in all of them.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The only real price difference is publication precision: A is C rounded to 2 decimals.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The one dangerous trap: B's “Scheduled Demand” is NOT REGIONSUM.TOTALDEMAND (mean gap 125 MW in NSW1, 425 MW in QLD1).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The monthly and real-time prices never disagreed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8 sampled days, VIC1, point-by-point against the NEMWEB archive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76" cy="1883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3393"/>
                <a:gridCol w="1442544"/>
                <a:gridCol w="1442544"/>
                <a:gridCol w="1250205"/>
                <a:gridCol w="1827223"/>
                <a:gridCol w="1731053"/>
                <a:gridCol w="153871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Sample day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Monthly rows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Archive rows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Matched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Exactly equal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mean |diff|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max |diff|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2026-01-15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147 (51.2%)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0.00112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2026-07-01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168 (58.5%)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0.00050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0.00493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2026-07-15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81 (28.2%)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0.00187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0.00491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2026-07-29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178 (62.0%)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0.00072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0.00488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2026-09-03 / 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288 each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0332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max |diff| ≤ 0.005 $/MWh on every day — that is exactly the 2-decimal rounding bound of the monthly file.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Demand matches to 0.0000 MW with correlation 1.000000.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So the professor's question “why does the monthly VIC1 RRP differ from the real-time report?” has the answer: it does not.</a:t>
            </a:r>
          </a:p>
        </p:txBody>
      </p:sp>
      <p:pic>
        <p:nvPicPr>
          <p:cNvPr id="7" name="Picture 6" descr="F1_monthly_vs_archive_v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35" y="3566160"/>
            <a:ext cx="3431689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Five defects in the capture chain — all of them ours, all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Online_Data_Capture_Project · measured, not guessed · 1 of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468880"/>
                <a:gridCol w="3017520"/>
                <a:gridCol w="5212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aemo_parser._split_record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settlement_date, interval_datetime and period_id all empty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NEMWEB double-quotes every datetime field; str.split keeps the quotes, so every timestamp parse returned 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aemo_common.parse_nem_datetime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predispatch_seqno stored as 2026-09-01 05:01:05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%Y%m%d%H%M%S has no width guard, so the 10-digit code 2026091515 matches as 4+2+1+1+1+1 and becomes a fake time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aemo_parser.parse_predispatch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total_demand empty in every row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the new PREDISPATCHIS splits RRP (REGION_PRICES) from TOTALDEMAND (REGION_SOLUTION); selection only asked for the RRP table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A6B7B"/>
                </a:solidFill>
                <a:latin typeface="Calibri"/>
              </a:rPr>
              <a:t>Evidence: data_audit/scripts/parser_replay.txt (before) and store_verify.txt (after).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The blast radius, and the fifth defect that was not in the 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Online_Data_Capture_Script · measured, not guessed · 2 of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7680960"/>
                <a:gridCol w="30175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Blast radius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dispatch_actual.csv collapsed to 5 rows: the dedup key (settlement_date, region_id) was empty, so every new interval overwrote the previous one — the store had been deleting its own history since the day it was written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csv.reader instead of str.split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1,925 predispatch rows carried a sequence code disguised as a timestamp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compact date formats get a width guard; the raw code is stored verbatim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1,925 rows with no demand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merge REGION_PRICES with REGION_SOLUTION on (seqno, region, period)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1,925 rows with no period_id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PERIODID is an index in the new layout, not a timestamp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USE_AUS_LOCAL_TIME = True rewrote NEM time into Sydney local time, so the store shifted timebase twice a year and sat 12 slots off the training data during daylight saving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default changed to False, with the measurement written into the config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A6B7B"/>
                </a:solidFill>
                <a:latin typeface="Calibri"/>
              </a:rPr>
              <a:t>D5 evidence: data_audit/scripts/timebase_verdict.txt — with the conversion off, all eight sampled months align at zero shift.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After the fix the store accumulates intervals instead of overwriting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Same command, same source, before and after D1–D4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5486399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63040"/>
                <a:gridCol w="128015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dispatch_actual.csv rows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2,880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Rows per region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settlement_date empty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 / 2,880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Interval step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n/a (one row)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300 s × 575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p5min interval_datetime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3,600 / 3,600 empty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 / 3,600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predispatch period_id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1,925 / 1,925 empty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 / 2,975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predispatch total_demand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1,925 / 1,925 empty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0 / 2,975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predispatch_seqno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2026-09-01 05:01:05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2026092333 (raw code)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976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h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w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n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v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l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l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—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w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w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n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g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w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n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h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w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v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f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v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i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n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u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40680" cy="2743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The one-hour shift, settled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With USE_AUS_LOCAL_TIME = True the archive needed a +60 min shift to line up with the monthly file in Jan/Feb/Mar/Apr-4, and 0 min from Apr-6 on. With it False, all eight sampled months align at 0 (mean |diff| 0.0005–0.0019 $/MWh = pure rounding).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The first analysis blamed AEMO. Cross-checking our own reading layer is what overturned it — the archive's DST-transition day is a clean 5-minute ladder, so the archive was never the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497312" y="57607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1904" y="74066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9903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93424" y="156362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Part II — Predictor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620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Where the six-model suite stands, re-run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Six predictors, one 288×288 error surface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run_predictor_benchmark.m · re-run 2026-09-23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7782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Warm-up (online)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2026-01-01 00:05 → 2026-01-31 00:00, 8,640 points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Forecast origins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2026-01-31 00:05 → 2026-02-15 00:00, 4,320 origins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Scored targets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2026-02-01 00:05 → 2026-02-15 00:00, 4,032 points (14 days)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Update cadence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every 5-minute observation re-issues the full 288-step forecast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Price clamp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rolling 30-day global Q1/Q99, recomputed daily, applied to forecast and 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RNG / model state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gains, AR coefficients and template trained on RAW prices; scoring on clamped prices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34840"/>
            <a:ext cx="11155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Every test point is forecast 288 times, so each model yields a 288×288 RMSE(slot, lead) matrix — coverage verified at 14 samples per cell.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Clamped signal std = 51.3 $/MWh: any RMSE near that value means the forecast carries no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Template + AR(4) owns the first three hours and loses beyond six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Two-week test, clamped prices, $/MWh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6766553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3302"/>
                <a:gridCol w="773321"/>
                <a:gridCol w="579990"/>
                <a:gridCol w="579990"/>
                <a:gridCol w="579990"/>
                <a:gridCol w="579990"/>
                <a:gridCol w="579990"/>
                <a:gridCol w="579990"/>
                <a:gridCol w="57999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RMSE 2wk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5 min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24 h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Persistence (yesterday)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38.8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−5.2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Rolling template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46.4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36.6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+9.6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46.4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46.4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46.4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46.4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46.4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Theta-y tracker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37.3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Template + AR(4)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51.9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37.5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15.8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39.4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50.3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58.5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Blend 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55.6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+23.1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43.9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62.6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Blend B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61.4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45.5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+29.3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43.6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49.5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55.5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59.9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68.6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840480"/>
            <a:ext cx="67665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Best 5 min / 30 min / 1 h / 3 h: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Template + AR(4) (15.8 / 23.4 / 28.0 / 39.4)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Best 6 h / 12 h / 24 h: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Rolling template (46.4, flat)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vs persistence: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+69.2% at 5 min, −14.3% at 24 h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Two-week aggregate: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−1.4% — worse than persistence</a:t>
            </a:r>
          </a:p>
        </p:txBody>
      </p:sp>
      <p:pic>
        <p:nvPicPr>
          <p:cNvPr id="7" name="Picture 6" descr="E1_p5_error_by_lead_V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73233"/>
            <a:ext cx="4343400" cy="1539932"/>
          </a:xfrm>
          <a:prstGeom prst="rect">
            <a:avLst/>
          </a:prstGeom>
        </p:spPr>
      </p:pic>
      <p:pic>
        <p:nvPicPr>
          <p:cNvPr id="8" name="Picture 7" descr="bench_rmse_s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98924"/>
            <a:ext cx="4343400" cy="17348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Averaging over 288 leads hides the only horizon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Reading the baseline honestly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The two-week column is a trap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Pooling all 288 leads gives T+AR(4) 51.9 against the template's 46.4. The same pooling that the professor warned against — picking the minimum cell as an accuracy claim — also hides a model that wins every lead up to three hours.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MPC only ever executes the first control move and re-optimises five minutes later, so leads 1–12 are the ones that pay.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The four-hour crossover is real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T+AR(4) beats the template by 30.6 $/MWh at 5 min, 18.5 at 1 h, 7.0 at 3 h, then loses by 3.9 at 6 h. The iterated residual AR decays to zero somewhere between three and six hours, after which the forecast is the template.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371600"/>
            <a:ext cx="3749039" cy="4206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Blends do not work yet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Blend A and B are convex combinations with a per-slot weight learned by scalar RLS. Both lose to both of their own components, with biases of +23.1 and +29.3 — the weight has settled on the wrong side.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Practical reading: the per-slot weight has one update per slot per day, which is far too slow to track a weight that should vary with lead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497312" y="57607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1904" y="74066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9903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93424" y="156362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Part III — The AEMO error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620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Forecast their residual, not their problem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We do not need to beat AEMO — we need to correct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The brief, restated with the symbols the professor asked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actual price at time k</a:t>
            </a:r>
          </a:p>
        </p:txBody>
      </p:sp>
      <p:pic>
        <p:nvPicPr>
          <p:cNvPr id="7" name="Picture 6" descr="f_f45a3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84048" cy="2148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30886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issue time of the forecast</a:t>
            </a:r>
          </a:p>
        </p:txBody>
      </p:sp>
      <p:pic>
        <p:nvPicPr>
          <p:cNvPr id="9" name="Picture 8" descr="f_c162af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37460"/>
            <a:ext cx="179832" cy="2148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83464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AEMO forecast made at k_i for target k</a:t>
            </a:r>
          </a:p>
        </p:txBody>
      </p:sp>
      <p:pic>
        <p:nvPicPr>
          <p:cNvPr id="11" name="Picture 10" descr="f_5d7441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0"/>
            <a:ext cx="1019556" cy="2453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5280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The quantity the team must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954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historical forecast error</a:t>
            </a:r>
          </a:p>
        </p:txBody>
      </p:sp>
      <p:pic>
        <p:nvPicPr>
          <p:cNvPr id="14" name="Picture 13" descr="f_0918b1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68140"/>
            <a:ext cx="2388108" cy="2453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49580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corrected forecast</a:t>
            </a:r>
          </a:p>
        </p:txBody>
      </p:sp>
      <p:pic>
        <p:nvPicPr>
          <p:cNvPr id="16" name="Picture 15" descr="f_2f46ae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724400"/>
            <a:ext cx="2886456" cy="24688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83680" y="1371600"/>
            <a:ext cx="5074920" cy="4206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Why short leads only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MPC computes a full future control sequence but executes only the first move, then re-optimises five minutes later. Everything past the first hour is recomputed long before it is used.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So the target is leads 1–12 (5–60 min), with the correction decaying to zero as lead grows so that the long horizon falls back to AEMO's own number.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AEMO's P5 product publishes 12 targets per 5-minute batch, k_i through k_i+55 min — exactly the window we need, at exactly our resolution.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The pairing had to be rebuilt from the NEMWEB archive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The current feed keeps only two days, which is not a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Pairing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5778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Actuals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— ARCHIVE DispatchIS daily zips, 5-min RRP, highest RUNNO per interval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Forecast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— ARCHIVE P5MIN daily zips, REGIONSOLUTION.RRP, keyed by (effective_time, region, interval)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Lead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h = (target − issue time) / 5 min, h = 0–11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No lookahead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— both the batch and the realised price for interval k_i are published about 5 min before k_i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617720"/>
          <a:ext cx="5577840" cy="149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Daily zips available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375 (2025-09-12 → 2026-09-21)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DispatchIS size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5.7 MB / day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P5MIN size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57 MB / 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2430"/>
                          </a:solidFill>
                          <a:latin typeface="Calibri"/>
                        </a:rPr>
                        <a:t>Backfill window used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2026-08-25 → 2026-09-21, VIC1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55080" y="137160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What had to change first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The professor's list included “save more historical AEMO forecast versions, not just the last 10”. The shipped retention keeps 5 hours of forecasts, so the error matrix could never be fitted from the live store.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Until that retention policy is raised, the archive backfill is how the dataset gets built. It is reproducible: backfill_archive.py --start --end --regions.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Same parser as the live feed, so the D1–D4 fixes apply here too.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AEMO's 5-minute forecast is good — and it degrades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P5 error against realised dispatch price, VIC1</a:t>
            </a:r>
          </a:p>
        </p:txBody>
      </p:sp>
      <p:pic>
        <p:nvPicPr>
          <p:cNvPr id="5" name="Picture 4" descr="E1_p5_error_by_lead_V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283" y="1417320"/>
            <a:ext cx="8510953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7200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RMSE climbs from ~11 $/MWh on the in-progress interval to ~17.7 at 5 min and ~26.4 at 55 min, against a signal standard deviation of 33 $/MWh.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Bias is positive throughout (+3.9 to +5.9 $/MWh): in this window AEMO is systematically under-forecasting VIC1.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The in-progress interval (h=0) is descriptive only — AEMO's h=0 entry is the dispatch target for that interval, not a prediction of an unknown, so it never enters a skill comparison.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The error is not noise: it arrives in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The professor's hypothesis, tested directly</a:t>
            </a:r>
          </a:p>
        </p:txBody>
      </p:sp>
      <p:pic>
        <p:nvPicPr>
          <p:cNvPr id="5" name="Picture 4" descr="E2_error_predictability_V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329" y="1417320"/>
            <a:ext cx="876886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6344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ACF of the realised error ε(k): +0.50 at lag 1, +0.48 at lag 2, still +0.19 at lag 12 — far outside the ±1.96/√n band.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Same-sign run length averages 5.05 intervals against 2.00 for random signs, with a longest run of 94 intervals.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“If AEMO is currently high or low, the next few intervals tend to stay the same way” is therefore true in this sample, and the residual is worth modelling.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No single candidate wins the hour: persistence takes 5–10 min, T+AR(4) takes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Five candidates on a held-out 30% of origins · RMSE in $/MWh</a:t>
            </a:r>
          </a:p>
        </p:txBody>
      </p:sp>
      <p:pic>
        <p:nvPicPr>
          <p:cNvPr id="5" name="Picture 4" descr="C1_four_way_short_l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75" y="1417320"/>
            <a:ext cx="9026769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75488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At 5 min lead: raw AEMO 13.78, corrected 10.42, persistence 9.00, T+AR(4) 9.96 — winner persistence.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At 55 min lead: raw AEMO 33.25, corrected 33.80, persistence 23.03, T+AR(4) 20.35 — winner T+AR(4).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Winner by lead: 5 min persistence, 10 min persistence, 15 min T+AR(4), 20 min T+AR(4), 25 min T+AR(4), 30 min corrected AEMO, 35 min T+AR(4), 40 min T+AR(4), 45 min T+AR(4), 50 min T+AR(4), 55 min T+AR(4)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Short-lead table, all four candidates, by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Test split · RMSE and MAE in $/MWh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914400"/>
                <a:gridCol w="1554480"/>
                <a:gridCol w="1554480"/>
                <a:gridCol w="1737360"/>
                <a:gridCol w="1463040"/>
                <a:gridCol w="146304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raw AEMO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T+AR(4)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corr gain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TAR gain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13.78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10.42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9.96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+24.4%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+27.8%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1554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14.50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12.08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11.81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12.30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+16.7%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+15.2%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14.14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13.50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13.46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+7.4%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1552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16.72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15.76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15.05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14.53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+5.8%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+13.1%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16.64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15.99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16.36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15.74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+3.9%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+5.4%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1550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17.28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17.05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17.78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17.15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18.62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18.70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19.20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18.33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40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1548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19.44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19.85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20.38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19.07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22.72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23.15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21.41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19.53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-1.9%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+14.1%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50 min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1546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26.09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26.56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22.34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19.97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-1.8%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+23.4%</a:t>
                      </a:r>
                    </a:p>
                  </a:txBody>
                  <a:tcPr marL="54864" marR="54864" marT="18288" marB="18288" anchor="ctr">
                    <a:solidFill>
                      <a:srgbClr val="EA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55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1545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33.25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33.80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23.03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20.35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-1.7%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B2430"/>
                          </a:solidFill>
                          <a:latin typeface="Calibri"/>
                        </a:rPr>
                        <a:t>+38.8%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gain = RMSE change relative to raw AEMO; positive means the challenger is better.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This is the by-lead reporting the professor asked for — no single aggregate number is quoted as “the” accuracy.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0896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430"/>
                </a:solidFill>
                <a:latin typeface="Cambria"/>
              </a:rPr>
              <a:t>What the error study says, 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692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Honest reading before this goes anywhere near the MPC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Established</a:t>
            </a: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AEMO's P5 error is strongly autocorrelated and arrives in runs (ACF(1) = 0.68, mean same-sign run 6.15 intervals, longest 122), so it is a legitimate modelling target.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A per-lead linear correction on four lagged realised errors cuts raw AEMO RMSE by 24% at 5 min and 17% at 10 min.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The correction turns negative past 30 min — the decay-to-zero behaviour the professor predicted shows up as a crossover rather than a gentle fade.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AEMO's own 5-minute product is not the strongest short-lead forecaster in this window: raw P5 loses to plain persistence out to 10 min and to T+AR(4) from 15 min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Not established yet</a:t>
            </a: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One region, one five-day test split. VIC1 only, September only — this is a pilot, not a result.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The template inside T+AR(4) was warmed up on 10 days here, not the 28–30 days the January benchmark used, so the two T+AR(4) numbers are not comparable.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The corrected-AEMO model was fitted on raw prices without the Q1/Q99 clamp the MPC will apply, so the scored signal differs from the benchmark's.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No cost impact has been demonstrated — that needs the MPC in the loop.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497312" y="57607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1904" y="74066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99032"/>
            <a:ext cx="768096" cy="768096"/>
          </a:xfrm>
          <a:prstGeom prst="ellipse">
            <a:avLst/>
          </a:prstGeom>
          <a:noFill/>
          <a:ln w="1397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93424" y="1563624"/>
            <a:ext cx="438912" cy="438912"/>
          </a:xfrm>
          <a:prstGeom prst="ellipse">
            <a:avLst/>
          </a:prstGeom>
          <a:noFill/>
          <a:ln w="13970">
            <a:solidFill>
              <a:srgbClr val="E9A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E9A820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Raise the forecast retention so the live store, not a backfill, feeds the error model.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9A820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Extend the error study to all five regions and a longer window; report by lead, never as one number.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9A820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Re-fit the correction so the corrected line is compared against persistence and T+AR(4) on identical origins.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9A820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Map public holidays into the template class logic, then wire the correction into the MPC once the residual model is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CADCFC"/>
                </a:solidFill>
                <a:latin typeface="Calibri"/>
              </a:rPr>
              <a:t>Todo list and handover: Weekly/EMPC/2026-09-23/TODO.md and HANDOVER.md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